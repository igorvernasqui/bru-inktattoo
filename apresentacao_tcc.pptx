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4AF37"/>
                </a:solidFill>
                <a:latin typeface="Arial"/>
              </a:defRPr>
            </a:pPr>
            <a:r>
              <a:t>TRABALHO DE CONCLUSÃO DE CURSO (TCC) • PROJETO FINAL</a:t>
            </a:r>
          </a:p>
          <a:p>
            <a:pPr>
              <a:spcAft>
                <a:spcPts val="800"/>
              </a:spcAft>
              <a:defRPr sz="4000" b="1">
                <a:solidFill>
                  <a:srgbClr val="F5F5F7"/>
                </a:solidFill>
                <a:latin typeface="Georgia"/>
              </a:defRPr>
            </a:pPr>
            <a:r>
              <a:t>Bru Inktattoo Studio</a:t>
            </a:r>
          </a:p>
          <a:p>
            <a:pPr>
              <a:spcAft>
                <a:spcPts val="2800"/>
              </a:spcAft>
              <a:defRPr sz="1800">
                <a:solidFill>
                  <a:srgbClr val="F3D17E"/>
                </a:solidFill>
                <a:latin typeface="Arial"/>
              </a:defRPr>
            </a:pPr>
            <a:r>
              <a:t>Website Institucional e Sistema de Agendamento com Integração Notion MCP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Apresentação técnica sobre arquitetura, ferramentas empregadas e automação de orçamentos.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1C1C23"/>
          </a:solidFill>
          <a:ln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00">
                <a:solidFill>
                  <a:srgbClr val="F5F5F7"/>
                </a:solidFill>
                <a:latin typeface="Arial"/>
              </a:defRPr>
            </a:pPr>
            <a:r>
              <a:t>Tecnologias: HTML5 Semântico • CSS3 Moderno (Dark Aesthetic) • JavaScript ES6+ (SOLID) • Node.js • Notion MCP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01. CONTEXTO &amp;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Modernização da Presença Digital &amp; Captação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Oportunidade de elevar a experiência artística e automatizar orçamentos.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🎨 Cenário e Desafio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O mercado de tatuagem autoral exige forte apelo visual e autoridade técnica.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Fluxos manuais via redes sociais geram perda de mensagens e orçamentos incompletos.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Falta de um hub centralizado para expor biografia, cuidados pós-sessão e portfólio em alta resolução.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8264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💡 Proposta de Valor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Presença digital imersiva com Dark Aesthetic, tipografia nobre e alta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Educação do cliente com guias práticos de cuidados, biossegurança e história da arte.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Canal direto de agendamento com validação em tempo real e formulário intuitivo.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5008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🚀 Solução Integrada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Single Page Application (SPA) responsiva com 8 seções conectadas por navegação suave.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Integração nativa com Notion MCP Server para direcionar leads diretamente ao CRM.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Design System consistente e acessível (WCAG AA) em conformidade com a LGPD.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02. STACK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Ferramentas &amp; Tecnologias Empregadas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Síntese das linguagens, frameworks e serviços adotados na construção da solução.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🌐 Frontend Core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HTML5 Semântico: Estruturação acessível com tags semânticas e landmarks.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CSS3 Moderno: Design Tokens (variáveis), Dark Aesthetic, Glassmorphism e Flexbox/Grid.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JavaScript ES6+: Lógica modular, assíncrona (Fetch/Async/Await) e tipagem semântica.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⚡ Backend &amp; Servidor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Node.js: Servidor HTTP desacoplado com roteamento de assets estáticos e API.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MIME Types Control: Suporte a vídeos, imagens WebP, SVG e fontes otimizadas.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Modo Dual: Simulação estruturada em dev e envio oficial para produção com Token.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🔗 Integração &amp; MCP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Notion MCP Server: Protocolo Model Context para automação de banco de dados.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API REST / JSON: Roteamento de payloads sanitizados para o CRM.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Database Dinâmica: Armazenamento em tempo real de Nome, E-mail, Celular e Briefing.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🛠️ Ferramentas &amp; IA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Antigravity IDE &amp; Skills: Planejamento guiado, automação e validação via Canvas.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Google Fonts: Tipografia refinada (Cinzel, Syne e Plus Jakarta Sans).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Git &amp; Versionamento: Controle de versão estruturado e modular.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03. ENGENHARIA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Arquitetura Modular &amp; Princípios SOLID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Organização desacoplada garantindo alta manutenibilidade e escalabilidade.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0574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S — Single Responsibility Principle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Módulos isolados com função única: formValidator.js valida dados puros; Toast.js gerencia notificações visuais; Carousel.js cuida da galeria interativa.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20574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O — Open/Closed Principle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O contentLoader.js realiza o parsing de Recursos/conteudo.txt, permitindo expandir novos parceiros e tópicos sem alterar o código dos componentes visuais.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212080" cy="20574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L &amp; I — Liskov Substitution &amp; Interface Segregation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notionService.js implementa contrato padrão que permite substituição por mocks de teste sem impacto na UI. Componentes consomem apenas interfaces mínimas necessárias.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60520"/>
            <a:ext cx="5212080" cy="20574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D — Dependency Inversion Principle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AppointmentForm.js recebe instâncias injetadas de validação, feedback e comunicação durante o bootstrap em app.js, sem acoplamento direto.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04. FUNCIONALIDADES &amp;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Recursos Interativos e Diferenciais Visuais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Design responsivo, acessível e focado em engajamento do visitante.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🖼️ Portfólio &amp; Carrossel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13 obras em alta fidelidade organizadas por categorias (Old School, Blackwork, Fineline).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Navegação com suporte a Swipe Touch no mobile, setas laterais e bullets interativos.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Lightbox integrado com zoom, overlay fosco e controle via teclado (ESC).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8264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📋 Formulário Inteligente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4 campos essenciais: Nome Completo, E-mail, Celular (com máscara dinâmica) e Resumo/Briefing.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Validação em tempo real (RFC 5322) com mensagens contextuais de erro.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Bloqueio preventivo de envio e feedback com Spinner de Loading.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5008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🔔 Feedback &amp; Micro-animações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Sistema de Toasts flutuantes: Notificações não-intrusivas de sucesso e erro com auto-dismiss.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Scroll-Reveal via IntersectionObserver: Efeito suave de entrada dos elementos na tela.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Navbar com efeito Glassmorphism e ScrollSpy ativo para orientação do usuário.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05. INTEGRAÇÃO NOTION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Fluxo Automatizado de Captação e CRM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Conexão em tempo real entre o formulário do site e a base de gestão.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18288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🔄 Arquitetura do Fluxo de Integração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1. Cliente submete formulário validado no site (Frontend SPA).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2. Endpoint /api/appointments recebe o payload via POST e sanitiza os dados (Prevenção XSS).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3. Backend encaminha os campos estruturados para a API do Notion (Database Relacional).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4. A Tatuadora recebe notificação instantânea no Notion com Nome, Celular WhatsApp e Briefing do Projeto.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📊 Schema da Tabela Notion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Nome (title): Identificador do cliente.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E-mail (email): Canal para envio do orçamento.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Celular (rich_text): Link direto para contato via WhatsApp.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Resumo (rich_text): Preferência (Online/Presencial), estilo e dimensões.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✨ Vantagens do Modelo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Centralização: Elimina a dispersão de contatos em Directs e Mensagens soltas.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Escalabilidade: Permite adicionar campos de status (Em Análise, Aprovado, Concluído).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• Zero Manutenção de Banco: Aproveita a robustez e portabilidade do Notion.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06. QUALIDADE &amp;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Requisitos Não Funcionais e Conformidade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Garantia de segurança, acessibilidade e carregamento de alto desempenho.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⚡ Performance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Lazy Loading nativo em imagens e mídia.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Assets otimizados e compactos.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Carregamento sub-2s em conexões móveis 4G.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CSS puro sem frameworks pesados de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📱 Responsividade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Arquitetura Mobile-First.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Layout adaptativo de 360px a monitores 4K.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Menu hambúrguer com transição suave.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Grid dinâmico nas seções de parceiros e dicas.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♿ Acessibilidade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Conformidade WCAG 2.1 Nível AA.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Contraste de texto superior a 4.5:1.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Rótulos aria-label e navegação via teclado.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Estrutura com hierarquia de títulos clara (H1-H4).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87168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🔒 Segurança &amp; LGPD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Sanitização rigorosa contra Cross-Site Scripting (XSS).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Validação dupla no Frontend e Backend.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Aviso de privacidade e consentimento no envio.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Tratamento ético e restrito de dados coletados.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07. CONCLUSÃO &amp;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Georgia"/>
              </a:defRPr>
            </a:pPr>
            <a:r>
              <a:t>Resultados Atingidos e Evoluções Futuras</a:t>
            </a:r>
          </a:p>
          <a:p>
            <a:pPr>
              <a:defRPr sz="1300">
                <a:solidFill>
                  <a:srgbClr val="A0A0AF"/>
                </a:solidFill>
                <a:latin typeface="Arial"/>
              </a:defRPr>
            </a:pPr>
            <a:r>
              <a:t>Entrega de uma solução funcional, moderna e com alto valor percebido.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🏆 Resultados Atingidos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Entrega de um produto completo, alinhado à identidade visual do estúdio.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Redução estimada de 70% no tempo de triagem de novos clientes.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Código limpo, documentado (SDD.md, README.md) e aderente aos princípios SOLID.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8264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🔮 Próximas Evoluções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Integração com gateway de pagamento para sinal de reserva de horário.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Visualizador 3D / Realidade Aumentada para projeção da arte no corpo.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Disparo de notificações automatizadas via WhatsApp Webhook e e-mail.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5008" y="1828800"/>
            <a:ext cx="3383280" cy="4389120"/>
          </a:xfrm>
          <a:prstGeom prst="roundRect">
            <a:avLst/>
          </a:prstGeom>
          <a:solidFill>
            <a:srgbClr val="1C1C23"/>
          </a:solidFill>
          <a:ln w="1270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3D17E"/>
                </a:solidFill>
                <a:latin typeface="Georgia"/>
              </a:defRPr>
            </a:pPr>
            <a:r>
              <a:t>🎓 Agradecimentos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Agradecemos à banca examinadora, orientadores e colegas pela jornada de aprendizado.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Projeto: Bru Inktattoo Studio Web &amp; Notion MCP.</a:t>
            </a:r>
          </a:p>
          <a:p>
            <a:pPr>
              <a:spcAft>
                <a:spcPts val="600"/>
              </a:spcAft>
              <a:defRPr sz="1200">
                <a:solidFill>
                  <a:srgbClr val="F5F5F7"/>
                </a:solidFill>
                <a:latin typeface="Arial"/>
              </a:defRPr>
            </a:pPr>
            <a:r>
              <a:t>•  Espaço aberto para dúvidas e considerações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